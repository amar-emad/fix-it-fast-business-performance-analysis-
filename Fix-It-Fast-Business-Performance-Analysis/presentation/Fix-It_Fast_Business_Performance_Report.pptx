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Fix-It Fast Services</a:t>
            </a:r>
          </a:p>
          <a:p>
            <a:r>
              <a:t>Operational &amp; Marketing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analyzes the operational and marketing performance of Fix-It Fast Services. The dashboard provides insights into customer behavior, service performance, conversion trends, and marketing channel effectiveness to support data-driven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&amp;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Dimensions:</a:t>
            </a:r>
          </a:p>
          <a:p>
            <a:r>
              <a:t>- Customer Type (New / Returning)</a:t>
            </a:r>
          </a:p>
          <a:p>
            <a:r>
              <a:t>- Service Type (Basic / Package / Premium)</a:t>
            </a:r>
          </a:p>
          <a:p>
            <a:r>
              <a:t>- Marketing Channel</a:t>
            </a:r>
          </a:p>
          <a:p>
            <a:r>
              <a:t>- Time of Day</a:t>
            </a:r>
          </a:p>
          <a:p/>
          <a:p>
            <a:r>
              <a:t>Key Measures:</a:t>
            </a:r>
          </a:p>
          <a:p>
            <a:r>
              <a:t>- Total Revenue, Ad Spend, Conversions, Cost per Conversion, ROI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Performance Dashboard</a:t>
            </a:r>
          </a:p>
        </p:txBody>
      </p:sp>
      <p:pic>
        <p:nvPicPr>
          <p:cNvPr id="3" name="Picture 2" descr="1c42be4c-fb43-4175-8c4d-e82d728c98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300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Balanced distribution between New and Returning customers.</a:t>
            </a:r>
          </a:p>
          <a:p>
            <a:r>
              <a:t>- Package services generate the highest revenue.</a:t>
            </a:r>
          </a:p>
          <a:p>
            <a:r>
              <a:t>- Morning period shows the highest number of conversions.</a:t>
            </a:r>
          </a:p>
          <a:p>
            <a:r>
              <a:t>- Night time performance is the weakest.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Performance Dashboard</a:t>
            </a:r>
          </a:p>
        </p:txBody>
      </p:sp>
      <p:pic>
        <p:nvPicPr>
          <p:cNvPr id="3" name="Picture 2" descr="2c39d310-dcd0-41f6-91d0-f123dc1d99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52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Google Ads is the top revenue-generating channel.</a:t>
            </a:r>
          </a:p>
          <a:p>
            <a:r>
              <a:t>- Facebook achieves the highest ROI.</a:t>
            </a:r>
          </a:p>
          <a:p>
            <a:r>
              <a:t>- Conversion distribution is balanced across channels.</a:t>
            </a:r>
          </a:p>
          <a:p>
            <a:r>
              <a:t>- Overall marketing ROI is exceptionally high.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Revenue: 520.94K</a:t>
            </a:r>
          </a:p>
          <a:p>
            <a:r>
              <a:t>- Total Ad Spend: 50.77K</a:t>
            </a:r>
          </a:p>
          <a:p>
            <a:r>
              <a:t>- Total Conversions: 9,873</a:t>
            </a:r>
          </a:p>
          <a:p>
            <a:r>
              <a:t>- Cost per Conversion: 5.14</a:t>
            </a:r>
          </a:p>
          <a:p>
            <a:r>
              <a:t>- ROI: 92,601%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Increase investment in Google Ads and Facebook.</a:t>
            </a:r>
          </a:p>
          <a:p>
            <a:r>
              <a:t>- Promote Package services more aggressively.</a:t>
            </a:r>
          </a:p>
          <a:p>
            <a:r>
              <a:t>- Focus marketing campaigns on morning time slots.</a:t>
            </a:r>
          </a:p>
          <a:p>
            <a:r>
              <a:t>- Optimize or reassess Instagram spending.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dashboards demonstrate strong operational and marketing performance. The data model enables scalable analysis and provides clear insights that support strategic planning and business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